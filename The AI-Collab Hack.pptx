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CFEBFDB-6D41-4DDB-975E-9A962B87F0F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BE26DBD1-A968-492B-897F-EE9A5FC4E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63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BFDB-6D41-4DDB-975E-9A962B87F0F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BD1-A968-492B-897F-EE9A5FC4E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621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BFDB-6D41-4DDB-975E-9A962B87F0F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BD1-A968-492B-897F-EE9A5FC4E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89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BFDB-6D41-4DDB-975E-9A962B87F0F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BD1-A968-492B-897F-EE9A5FC4E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72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BFDB-6D41-4DDB-975E-9A962B87F0F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BD1-A968-492B-897F-EE9A5FC4E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655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BFDB-6D41-4DDB-975E-9A962B87F0F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BD1-A968-492B-897F-EE9A5FC4E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425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BFDB-6D41-4DDB-975E-9A962B87F0F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BD1-A968-492B-897F-EE9A5FC4E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39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BFDB-6D41-4DDB-975E-9A962B87F0F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BD1-A968-492B-897F-EE9A5FC4E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663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BFDB-6D41-4DDB-975E-9A962B87F0F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BD1-A968-492B-897F-EE9A5FC4E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12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BFDB-6D41-4DDB-975E-9A962B87F0F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BD1-A968-492B-897F-EE9A5FC4E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418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BFDB-6D41-4DDB-975E-9A962B87F0F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BD1-A968-492B-897F-EE9A5FC4E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510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BFDB-6D41-4DDB-975E-9A962B87F0F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BD1-A968-492B-897F-EE9A5FC4EE40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6540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BFDB-6D41-4DDB-975E-9A962B87F0F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BD1-A968-492B-897F-EE9A5FC4E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460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BFDB-6D41-4DDB-975E-9A962B87F0F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BD1-A968-492B-897F-EE9A5FC4E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468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BFDB-6D41-4DDB-975E-9A962B87F0F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BD1-A968-492B-897F-EE9A5FC4E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46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BFDB-6D41-4DDB-975E-9A962B87F0F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BD1-A968-492B-897F-EE9A5FC4E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6154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BFDB-6D41-4DDB-975E-9A962B87F0F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BD1-A968-492B-897F-EE9A5FC4E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955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EBFDB-6D41-4DDB-975E-9A962B87F0F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6DBD1-A968-492B-897F-EE9A5FC4EE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2324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522C9-DE62-9318-CCF3-DB8FD49DB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574" y="611085"/>
            <a:ext cx="10569678" cy="84408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 AI-Collab Hack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7DBD7D-B9B6-0E30-B523-A26042FD48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574" y="1986116"/>
            <a:ext cx="10569678" cy="329134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</a:rPr>
              <a:t>GRAND CHALLENGE 1: AI Agents for Collaborative                         Content Creation and Knowledge Curation</a:t>
            </a:r>
          </a:p>
          <a:p>
            <a:pPr>
              <a:lnSpc>
                <a:spcPct val="100000"/>
              </a:lnSpc>
            </a:pPr>
            <a:r>
              <a:rPr lang="en-IN" sz="2800" dirty="0">
                <a:solidFill>
                  <a:schemeClr val="tx1"/>
                </a:solidFill>
              </a:rPr>
              <a:t>Team members: Aditya </a:t>
            </a:r>
            <a:r>
              <a:rPr lang="en-IN" sz="2800" dirty="0" err="1">
                <a:solidFill>
                  <a:schemeClr val="tx1"/>
                </a:solidFill>
              </a:rPr>
              <a:t>kumar</a:t>
            </a:r>
            <a:r>
              <a:rPr lang="en-IN" sz="2800" dirty="0">
                <a:solidFill>
                  <a:schemeClr val="tx1"/>
                </a:solidFill>
              </a:rPr>
              <a:t>, Sanidhya Daga, manas </a:t>
            </a:r>
            <a:r>
              <a:rPr lang="en-IN" sz="2800" dirty="0" err="1">
                <a:solidFill>
                  <a:schemeClr val="tx1"/>
                </a:solidFill>
              </a:rPr>
              <a:t>wagh</a:t>
            </a:r>
            <a:r>
              <a:rPr lang="en-IN" sz="2800" dirty="0">
                <a:solidFill>
                  <a:schemeClr val="tx1"/>
                </a:solidFill>
              </a:rPr>
              <a:t>, Gaurav </a:t>
            </a:r>
            <a:r>
              <a:rPr lang="en-IN" sz="2800" dirty="0" err="1">
                <a:solidFill>
                  <a:schemeClr val="tx1"/>
                </a:solidFill>
              </a:rPr>
              <a:t>pareek</a:t>
            </a:r>
            <a:endParaRPr lang="en-IN" sz="2800" dirty="0">
              <a:solidFill>
                <a:schemeClr val="tx1"/>
              </a:solidFill>
            </a:endParaRPr>
          </a:p>
          <a:p>
            <a:r>
              <a:rPr lang="en-IN" sz="2800" dirty="0">
                <a:solidFill>
                  <a:schemeClr val="tx1"/>
                </a:solidFill>
              </a:rPr>
              <a:t>Team leader: Aditya </a:t>
            </a:r>
            <a:r>
              <a:rPr lang="en-IN" sz="2800" dirty="0" err="1">
                <a:solidFill>
                  <a:schemeClr val="tx1"/>
                </a:solidFill>
              </a:rPr>
              <a:t>kumar</a:t>
            </a:r>
            <a:endParaRPr lang="en-IN" sz="2800" dirty="0">
              <a:solidFill>
                <a:schemeClr val="tx1"/>
              </a:solidFill>
            </a:endParaRP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22181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0483C-25C8-82F0-5472-3A9FEEB2E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79555"/>
            <a:ext cx="9905998" cy="79732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The problem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031A7F-3418-61B4-D6BD-1CDC9B6E92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1176882"/>
            <a:ext cx="990599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Specific Problem: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STEM students struggle with fragmented research workflows, "information   overload" from academic PDFs, and the high entry barrier of complex technical equations.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Affected Group: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BTech and STEM students, research peer groups, and lab teams.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Classroom Context: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Current learning environments often lack a unified "team brain," leading to redundant research efforts and missed contradictions between studies.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Evidence: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Observation of the steep learning curve for advanced technical concepts and the manual effort required to identify research gaps.</a:t>
            </a:r>
          </a:p>
        </p:txBody>
      </p:sp>
    </p:spTree>
    <p:extLst>
      <p:ext uri="{BB962C8B-B14F-4D97-AF65-F5344CB8AC3E}">
        <p14:creationId xmlns:p14="http://schemas.microsoft.com/office/powerpoint/2010/main" val="3277857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84C-AD74-277C-FF5B-977852FD2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776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The solution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E712141-C089-0AB0-092A-300F9C9898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1396181"/>
            <a:ext cx="990599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Solution: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Nexus, a collaborative AI research assistant that extracts structured knowledge, detects contradictions, and visualizes complex concepts.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 of AI: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Automates paper summarization, runs RAG-powered chat  for team Q&amp;A, and generates Mermaid diagrams (flowcharts/mind maps) from academic text.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Innovation: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Unlike standard PDF tools, Nexus features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Collision Engine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detect findings that contradict each other and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3-level Concept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Deconstructor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scaffolded learning.</a:t>
            </a:r>
          </a:p>
        </p:txBody>
      </p:sp>
    </p:spTree>
    <p:extLst>
      <p:ext uri="{BB962C8B-B14F-4D97-AF65-F5344CB8AC3E}">
        <p14:creationId xmlns:p14="http://schemas.microsoft.com/office/powerpoint/2010/main" val="2038526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C8EC3-7A43-B111-C755-277FC771C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48166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The solution (technicalities)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ACEF42-AA61-8DE9-28FD-D6E0162234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1564019"/>
            <a:ext cx="990599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Full-stack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(Python 3.11) backend with an Alpine.js Single Page Application (SPA).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RAG Pipeline: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pypdf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extraction,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gemini-embedding-001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(3072 dimensions) for vectorization,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Pinecone Serverless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high-speed retrieval.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Agentic Logic: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Integrates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LangGraph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orchestrate between local document retrieval and live web search via the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Tavily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Supabase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PostgreSQL handles project metadata and collaborative annotations via a JSONB document store.</a:t>
            </a:r>
          </a:p>
        </p:txBody>
      </p:sp>
    </p:spTree>
    <p:extLst>
      <p:ext uri="{BB962C8B-B14F-4D97-AF65-F5344CB8AC3E}">
        <p14:creationId xmlns:p14="http://schemas.microsoft.com/office/powerpoint/2010/main" val="3111055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7A34-82EC-4B56-343C-52A0CA84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776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Design considerations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A38B2B-DAA4-5109-F976-32F85B50D6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1396181"/>
            <a:ext cx="990599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Inclusivity: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Supports UI and AI responses in 8 languages (e.g., Hindi, Arabic, Mandarin) with native RTL support.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Accessibility: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Features a dyslexia-friendly font, high-contrast mode (WCAG AAA), and reduced motion controls.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Trust &amp; Reliability: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Every AI output includes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1–5 star rating 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provide transparency and supervisor analytics.</a:t>
            </a:r>
          </a:p>
        </p:txBody>
      </p:sp>
    </p:spTree>
    <p:extLst>
      <p:ext uri="{BB962C8B-B14F-4D97-AF65-F5344CB8AC3E}">
        <p14:creationId xmlns:p14="http://schemas.microsoft.com/office/powerpoint/2010/main" val="2183267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4E08B-2A67-573A-5F52-28A0088A7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6615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Promoting collaboration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A74E0D-93D0-896A-5B7C-C689F62B12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1484671"/>
            <a:ext cx="990599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Peer Interaction: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a shared "Collaboration Hub" featuring a GitHub-style contribution heatmap and team-wide annotations.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Knowledge Curation: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Teams can curate a shared library where the AI identifies "Gap Analysis"—unexplored areas across the collective set of papers.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Teacher Involvement: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Supervisor-facing AI syntheses of team feedback help instructors identify common learning hurdles in real-time.</a:t>
            </a:r>
          </a:p>
        </p:txBody>
      </p:sp>
    </p:spTree>
    <p:extLst>
      <p:ext uri="{BB962C8B-B14F-4D97-AF65-F5344CB8AC3E}">
        <p14:creationId xmlns:p14="http://schemas.microsoft.com/office/powerpoint/2010/main" val="812330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CD4C-5533-1EBD-7859-DC0A378D8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1699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Improving belongingness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6C17CA-2996-B486-F0BD-8CA9FD4824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1435510"/>
            <a:ext cx="990599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Scaffolded Learning: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Deconstructor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breaks down equations into three levels: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Intuition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(Beginner),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(Intermediate),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(Mathematical Proof).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Inclusive Environment: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lowering the technical barrier through these breakdowns, the tool ensures students of all expertise levels feel like valued contributors to the research team.</a:t>
            </a:r>
          </a:p>
        </p:txBody>
      </p:sp>
    </p:spTree>
    <p:extLst>
      <p:ext uri="{BB962C8B-B14F-4D97-AF65-F5344CB8AC3E}">
        <p14:creationId xmlns:p14="http://schemas.microsoft.com/office/powerpoint/2010/main" val="2567683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9E32C-C899-A3BB-EDDA-290EF99DB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75985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Next steps and implications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CC72D7-B67C-BDA6-C11D-7A7D9D4D95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1494503"/>
            <a:ext cx="990599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Moving beyond local hosting to a 24/7 deployment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Hugging Face Spaces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the project's Docker configuration.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Resources Needed: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Partnerships with academic journals for expanded API access and larger vector database capacity for longitudinal projects.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1-3 Year Vision: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become the standard autonomous "Academic Copilot" that can automatically draft literature reviews and identify the next frontier of research for any STEM project.</a:t>
            </a:r>
          </a:p>
        </p:txBody>
      </p:sp>
    </p:spTree>
    <p:extLst>
      <p:ext uri="{BB962C8B-B14F-4D97-AF65-F5344CB8AC3E}">
        <p14:creationId xmlns:p14="http://schemas.microsoft.com/office/powerpoint/2010/main" val="38302960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46</TotalTime>
  <Words>564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Unicode MS</vt:lpstr>
      <vt:lpstr>Tw Cen MT</vt:lpstr>
      <vt:lpstr>Circuit</vt:lpstr>
      <vt:lpstr>The AI-Collab Hack</vt:lpstr>
      <vt:lpstr>The problem</vt:lpstr>
      <vt:lpstr>The solution</vt:lpstr>
      <vt:lpstr>The solution (technicalities)</vt:lpstr>
      <vt:lpstr>Design considerations</vt:lpstr>
      <vt:lpstr>Promoting collaboration</vt:lpstr>
      <vt:lpstr>Improving belongingness</vt:lpstr>
      <vt:lpstr>Next steps and implications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Sanidhya Daga</dc:creator>
  <cp:lastModifiedBy>Sanidhya Daga</cp:lastModifiedBy>
  <cp:revision>1</cp:revision>
  <dcterms:created xsi:type="dcterms:W3CDTF">2026-03-12T20:22:32Z</dcterms:created>
  <dcterms:modified xsi:type="dcterms:W3CDTF">2026-03-12T21:09:02Z</dcterms:modified>
</cp:coreProperties>
</file>